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2" r:id="rId5"/>
    <p:sldId id="275" r:id="rId6"/>
    <p:sldId id="276" r:id="rId7"/>
    <p:sldId id="294" r:id="rId8"/>
    <p:sldId id="314" r:id="rId9"/>
    <p:sldId id="322" r:id="rId10"/>
    <p:sldId id="313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28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432A"/>
    <a:srgbClr val="446992"/>
    <a:srgbClr val="AEC2D8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3861" autoAdjust="0"/>
  </p:normalViewPr>
  <p:slideViewPr>
    <p:cSldViewPr snapToGrid="0">
      <p:cViewPr varScale="1">
        <p:scale>
          <a:sx n="106" d="100"/>
          <a:sy n="106" d="100"/>
        </p:scale>
        <p:origin x="1434" y="114"/>
      </p:cViewPr>
      <p:guideLst>
        <p:guide orient="horz" pos="1536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23581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4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799336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</a:t>
            </a:r>
            <a:r>
              <a:rPr lang="zh-CN" altLang="en-US"/>
              <a:t> </a:t>
            </a:r>
            <a:r>
              <a:rPr lang="en-US" altLang="zh-CN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/>
              <a:t>Click to edit </a:t>
            </a:r>
            <a:r>
              <a:rPr lang="en-US" altLang="zh-CN"/>
              <a:t>Text</a:t>
            </a:r>
            <a:r>
              <a:rPr lang="zh-CN" altLang="en-US"/>
              <a:t> </a:t>
            </a:r>
            <a:r>
              <a:rPr lang="en-US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Dark Web Monitoring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 to edit Master title style</a:t>
            </a:r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Dark Web Monitoring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Dark Web Monitoring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Dark Web Monitoring</a:t>
            </a:r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604" y="1055963"/>
            <a:ext cx="5261988" cy="2038901"/>
          </a:xfrm>
        </p:spPr>
        <p:txBody>
          <a:bodyPr/>
          <a:lstStyle/>
          <a:p>
            <a:pPr algn="ctr"/>
            <a:r>
              <a:rPr lang="en-US" dirty="0"/>
              <a:t>Network Pentest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1B3443-C21B-4190-85E2-D97E649870CB}"/>
              </a:ext>
            </a:extLst>
          </p:cNvPr>
          <p:cNvSpPr txBox="1"/>
          <p:nvPr/>
        </p:nvSpPr>
        <p:spPr>
          <a:xfrm>
            <a:off x="3465006" y="3763136"/>
            <a:ext cx="5731184" cy="83099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2400" b="1" dirty="0">
              <a:latin typeface="Posterama Text Black (Headings)"/>
              <a:ea typeface="微软雅黑"/>
              <a:cs typeface="Posterama" panose="020B0504020200020000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2400" b="1" dirty="0">
              <a:latin typeface="Posterama Text Black (Headings)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19">
            <a:extLst>
              <a:ext uri="{FF2B5EF4-FFF2-40B4-BE49-F238E27FC236}">
                <a16:creationId xmlns:a16="http://schemas.microsoft.com/office/drawing/2014/main" id="{A6E539FA-B60E-5585-524F-1BFA8C5B3E2F}"/>
              </a:ext>
            </a:extLst>
          </p:cNvPr>
          <p:cNvSpPr txBox="1">
            <a:spLocks/>
          </p:cNvSpPr>
          <p:nvPr/>
        </p:nvSpPr>
        <p:spPr>
          <a:xfrm>
            <a:off x="486699" y="6085719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Presentation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0724386-1D56-4B52-B481-7D721FF59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498" y="401202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0B6309B-6A37-46EE-A176-3B0B2D46F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0068" y="2271296"/>
            <a:ext cx="1961017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endParaRPr lang="en-US" b="1" kern="0" dirty="0">
              <a:solidFill>
                <a:schemeClr val="tx2"/>
              </a:solidFill>
              <a:latin typeface="Posterama Text Black (Headings)"/>
              <a:cs typeface="Arial" panose="020B0604020202020204" pitchFamily="34" charset="0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A0EADE6A-9E39-49D4-ACA3-C8DBE5B44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091" y="568520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Agenda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sterama Text Black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6597864-1455-4E75-8B02-CC4587DA8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07" y="0"/>
            <a:ext cx="10889796" cy="1418998"/>
          </a:xfrm>
        </p:spPr>
        <p:txBody>
          <a:bodyPr/>
          <a:lstStyle/>
          <a:p>
            <a:r>
              <a:rPr lang="en-US" dirty="0"/>
              <a:t>Open Source Intelligence Gathering (OSINT)</a:t>
            </a:r>
            <a:endParaRPr lang="LID4096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21113FF-8896-4A90-97E6-6B7C3DEE7E3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5907" y="1211581"/>
            <a:ext cx="8654400" cy="51206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3663CA-BA5A-41E7-1FBE-D38846DFE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117777"/>
            <a:ext cx="10515600" cy="1115434"/>
          </a:xfrm>
        </p:spPr>
        <p:txBody>
          <a:bodyPr anchor="ctr">
            <a:normAutofit/>
          </a:bodyPr>
          <a:lstStyle/>
          <a:p>
            <a:r>
              <a:rPr lang="en-US" dirty="0"/>
              <a:t>General Enumeration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10345-FF40-D90A-5C88-A462A10E487B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484632" y="621792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 dirty="0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C7500-E032-DBB5-A780-8247E3B7367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4</a:t>
            </a:fld>
            <a:endParaRPr lang="en-US" altLang="zh-CN" noProof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F19FD8-6C1A-4F58-8D43-73035D718453}"/>
              </a:ext>
            </a:extLst>
          </p:cNvPr>
          <p:cNvSpPr/>
          <p:nvPr/>
        </p:nvSpPr>
        <p:spPr>
          <a:xfrm>
            <a:off x="341015" y="1233211"/>
            <a:ext cx="11120672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dig +noall +answer microsoft.com NS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dig +noall +answer microsoft.com A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dig +noall +answer microsoft.com MX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dig +noall +answer microsoft.com ANY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dig +noall +answer emp.iu.edu.sa ANY</a:t>
            </a:r>
          </a:p>
          <a:p>
            <a:pPr marL="28575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dnsrecon -d microsoft.com</a:t>
            </a:r>
          </a:p>
          <a:p>
            <a:pPr marL="28575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"/>
              </a:rPr>
              <a:t>dnsrecon -d microsoft.com -n “8.8.8.8 | 8.8.4.4”</a:t>
            </a:r>
          </a:p>
          <a:p>
            <a:pPr marL="285750" indent="-285750">
              <a:buClr>
                <a:srgbClr val="2C3E50"/>
              </a:buClr>
              <a:buSzPct val="45000"/>
              <a:buFont typeface="Arial" panose="020B0604020202020204" pitchFamily="34" charset="0"/>
              <a:buChar char="•"/>
            </a:pPr>
            <a:endParaRPr lang="en-US" sz="2400" b="1" dirty="0">
              <a:latin typeface="Posterama Text Black (Headings)"/>
            </a:endParaRPr>
          </a:p>
          <a:p>
            <a:pPr lvl="0">
              <a:buClr>
                <a:srgbClr val="2C3E50"/>
              </a:buClr>
              <a:buSzPct val="45000"/>
            </a:pPr>
            <a:endParaRPr lang="en-US" sz="2400" dirty="0">
              <a:latin typeface="Posterama Text Black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3295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45F207-1A27-4483-A582-952527603A66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E2AA5D-BB1E-4399-B705-4767E78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682"/>
            <a:ext cx="10515600" cy="1325563"/>
          </a:xfrm>
        </p:spPr>
        <p:txBody>
          <a:bodyPr/>
          <a:lstStyle/>
          <a:p>
            <a:r>
              <a:rPr lang="en-US" dirty="0"/>
              <a:t>Zone Transfer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5F1285-C9B9-4E25-9C08-7BF80A5FB3B6}"/>
              </a:ext>
            </a:extLst>
          </p:cNvPr>
          <p:cNvSpPr/>
          <p:nvPr/>
        </p:nvSpPr>
        <p:spPr>
          <a:xfrm>
            <a:off x="1146771" y="1536174"/>
            <a:ext cx="1093130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microsoft.com NS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@ns1.msft.net microsoft.com AXFR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@ns2.msft.net microsoft.com AXFR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@ns3.msft.net microsoft.com AXFR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@ns4.msft.net microsoft.com AXFR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zonetransfer.me NS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@nsztm1.digi.ninja zonetransfer.me AXFR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dig +noall +answer @nsztm2.digi.ninja zonetransfer.me AXFR</a:t>
            </a:r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dnsrecon -d microsoft.com -t </a:t>
            </a:r>
            <a:r>
              <a:rPr lang="en-US" sz="2400" b="1" dirty="0" err="1"/>
              <a:t>axfr</a:t>
            </a:r>
            <a:endParaRPr lang="en-US" sz="2400" b="1" dirty="0"/>
          </a:p>
          <a:p>
            <a:pPr marL="285750" lvl="0" indent="-285750">
              <a:buClr>
                <a:srgbClr val="2C3E50"/>
              </a:buClr>
              <a:buSzPct val="45000"/>
              <a:buFont typeface="Wingdings" panose="05000000000000000000" pitchFamily="2" charset="2"/>
              <a:buChar char="q"/>
            </a:pPr>
            <a:r>
              <a:rPr lang="en-US" sz="2400" b="1" dirty="0"/>
              <a:t>dnsrecon -d zonetransfer.me -t </a:t>
            </a:r>
            <a:r>
              <a:rPr lang="en-US" sz="2400" b="1" dirty="0" err="1"/>
              <a:t>axfr</a:t>
            </a:r>
            <a:endParaRPr lang="LID4096" sz="2400" b="1" dirty="0"/>
          </a:p>
        </p:txBody>
      </p:sp>
    </p:spTree>
    <p:extLst>
      <p:ext uri="{BB962C8B-B14F-4D97-AF65-F5344CB8AC3E}">
        <p14:creationId xmlns:p14="http://schemas.microsoft.com/office/powerpoint/2010/main" val="291740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345F207-1A27-4483-A582-952527603A66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E2AA5D-BB1E-4399-B705-4767E786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788"/>
            <a:ext cx="10515600" cy="1325563"/>
          </a:xfrm>
        </p:spPr>
        <p:txBody>
          <a:bodyPr/>
          <a:lstStyle/>
          <a:p>
            <a:r>
              <a:rPr lang="en-US" dirty="0"/>
              <a:t>Find Sub-Domains</a:t>
            </a:r>
            <a:endParaRPr lang="LID4096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4F68AA-4D13-4DC2-A3D0-89B964CF2FCE}"/>
              </a:ext>
            </a:extLst>
          </p:cNvPr>
          <p:cNvSpPr/>
          <p:nvPr/>
        </p:nvSpPr>
        <p:spPr>
          <a:xfrm>
            <a:off x="315914" y="1464351"/>
            <a:ext cx="441904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v"/>
              </a:rPr>
              <a:t>Google Dorks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sterama Text Black (Headings)v"/>
              </a:rPr>
              <a:t>TheHarvester</a:t>
            </a:r>
            <a:endParaRPr lang="en-US" sz="2400" b="1" dirty="0">
              <a:latin typeface="Posterama Text Black (Headings)v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sterama Text Black (Headings)v"/>
              </a:rPr>
              <a:t>sublister</a:t>
            </a:r>
            <a:r>
              <a:rPr lang="en-US" sz="2400" b="1" dirty="0">
                <a:latin typeface="Posterama Text Black (Headings)v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v"/>
              </a:rPr>
              <a:t>amass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sterama Text Black (Headings)v"/>
              </a:rPr>
              <a:t>subfinder</a:t>
            </a:r>
            <a:r>
              <a:rPr lang="en-US" sz="2400" b="1" dirty="0">
                <a:latin typeface="Posterama Text Black (Headings)v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Posterama Text Black (Headings)v"/>
              </a:rPr>
              <a:t>assetfinder</a:t>
            </a:r>
            <a:r>
              <a:rPr lang="en-US" sz="2400" b="1" dirty="0">
                <a:latin typeface="Posterama Text Black (Headings)v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v"/>
              </a:rPr>
              <a:t>find-domains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v"/>
              </a:rPr>
              <a:t>security trails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Posterama Text Black (Headings)v"/>
              </a:rPr>
              <a:t>crt.sh</a:t>
            </a:r>
          </a:p>
        </p:txBody>
      </p:sp>
    </p:spTree>
    <p:extLst>
      <p:ext uri="{BB962C8B-B14F-4D97-AF65-F5344CB8AC3E}">
        <p14:creationId xmlns:p14="http://schemas.microsoft.com/office/powerpoint/2010/main" val="294130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570F-7DB2-4662-9698-F214AA73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79" y="194880"/>
            <a:ext cx="10515600" cy="1115434"/>
          </a:xfrm>
        </p:spPr>
        <p:txBody>
          <a:bodyPr/>
          <a:lstStyle/>
          <a:p>
            <a:r>
              <a:rPr lang="en-US" dirty="0"/>
              <a:t>Maltego Tool</a:t>
            </a:r>
            <a:endParaRPr lang="en-UM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654C0-3525-45B3-8402-A8ACF64B160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A73395-5B7E-46DB-809D-D8D8444207A4}"/>
              </a:ext>
            </a:extLst>
          </p:cNvPr>
          <p:cNvSpPr/>
          <p:nvPr/>
        </p:nvSpPr>
        <p:spPr>
          <a:xfrm>
            <a:off x="379079" y="1310313"/>
            <a:ext cx="993281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4400" b="1" dirty="0">
                <a:latin typeface="Posterama Text Black (Headings)"/>
              </a:rPr>
              <a:t>Make a recon on tesla.com</a:t>
            </a:r>
          </a:p>
          <a:p>
            <a:pPr marL="342900" indent="-342900">
              <a:buFont typeface="+mj-lt"/>
              <a:buAutoNum type="arabicPeriod"/>
            </a:pPr>
            <a:endParaRPr lang="en-US" sz="4400" b="1" dirty="0">
              <a:latin typeface="Posterama Text Black (Headings)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4400" b="1" dirty="0">
                <a:solidFill>
                  <a:srgbClr val="FF0000"/>
                </a:solidFill>
                <a:latin typeface="Posterama Text Black (Headings)"/>
              </a:rPr>
              <a:t>Task make on hackerone.com</a:t>
            </a:r>
            <a:endParaRPr lang="LID4096" sz="4400" b="1" dirty="0">
              <a:solidFill>
                <a:srgbClr val="FF0000"/>
              </a:solidFill>
              <a:latin typeface="Posterama Text Black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91247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570F-7DB2-4662-9698-F214AA73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79" y="194880"/>
            <a:ext cx="10515600" cy="1115434"/>
          </a:xfrm>
        </p:spPr>
        <p:txBody>
          <a:bodyPr/>
          <a:lstStyle/>
          <a:p>
            <a:r>
              <a:rPr lang="en-US" dirty="0"/>
              <a:t>Brute force </a:t>
            </a:r>
            <a:endParaRPr lang="en-UM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654C0-3525-45B3-8402-A8ACF64B160F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F01542-30E3-4AB4-B9D0-BD58C3141FED}"/>
              </a:ext>
            </a:extLst>
          </p:cNvPr>
          <p:cNvSpPr/>
          <p:nvPr/>
        </p:nvSpPr>
        <p:spPr>
          <a:xfrm>
            <a:off x="494921" y="1308051"/>
            <a:ext cx="78466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spcBef>
                <a:spcPts val="0"/>
              </a:spcBef>
              <a:spcAft>
                <a:spcPts val="1414"/>
              </a:spcAft>
              <a:buClr>
                <a:srgbClr val="2C3E50"/>
              </a:buClr>
              <a:buSzPct val="75000"/>
            </a:pP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dnsrecon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-t </a:t>
            </a:r>
            <a:r>
              <a:rPr lang="en-US" sz="3200" b="1" dirty="0" err="1">
                <a:solidFill>
                  <a:srgbClr val="2C3E50"/>
                </a:solidFill>
                <a:latin typeface="Source Sans Pro Semibold" pitchFamily="34"/>
              </a:rPr>
              <a:t>brt</a:t>
            </a:r>
            <a:r>
              <a:rPr lang="en-US" sz="3200" b="1" dirty="0">
                <a:solidFill>
                  <a:srgbClr val="2C3E50"/>
                </a:solidFill>
                <a:latin typeface="Source Sans Pro Semibold" pitchFamily="34"/>
              </a:rPr>
              <a:t> -d microsoft.com -D file.txt</a:t>
            </a:r>
          </a:p>
        </p:txBody>
      </p:sp>
    </p:spTree>
    <p:extLst>
      <p:ext uri="{BB962C8B-B14F-4D97-AF65-F5344CB8AC3E}">
        <p14:creationId xmlns:p14="http://schemas.microsoft.com/office/powerpoint/2010/main" val="185052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F68E-56E6-487C-802D-0DC7EB7C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274955"/>
            <a:ext cx="10515600" cy="1115434"/>
          </a:xfrm>
        </p:spPr>
        <p:txBody>
          <a:bodyPr/>
          <a:lstStyle/>
          <a:p>
            <a:r>
              <a:rPr lang="en-US" dirty="0"/>
              <a:t>Find emails 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7EF61-A74C-42D1-86EE-F49DBC2E0D5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BE4537-8F5E-489E-AAEF-A1C92D3F9A34}"/>
              </a:ext>
            </a:extLst>
          </p:cNvPr>
          <p:cNvSpPr/>
          <p:nvPr/>
        </p:nvSpPr>
        <p:spPr>
          <a:xfrm>
            <a:off x="357884" y="1161385"/>
            <a:ext cx="109861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Google Dorks</a:t>
            </a:r>
            <a:endParaRPr lang="ar-EG" sz="2400" b="1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LID4096" sz="2400" b="1" dirty="0">
                <a:latin typeface="+mj-lt"/>
              </a:rPr>
              <a:t>site:example.com "@example.com"</a:t>
            </a:r>
          </a:p>
          <a:p>
            <a:pPr marL="342900" indent="-342900">
              <a:buFont typeface="+mj-lt"/>
              <a:buAutoNum type="arabicPeriod"/>
            </a:pPr>
            <a:r>
              <a:rPr lang="LID4096" sz="2400" b="1" dirty="0">
                <a:latin typeface="+mj-lt"/>
              </a:rPr>
              <a:t>intext:"email" OR "contact" site:example.com</a:t>
            </a:r>
          </a:p>
          <a:p>
            <a:pPr marL="342900" indent="-342900">
              <a:buFont typeface="+mj-lt"/>
              <a:buAutoNum type="arabicPeriod"/>
            </a:pPr>
            <a:r>
              <a:rPr lang="LID4096" sz="2400" b="1" dirty="0">
                <a:latin typeface="+mj-lt"/>
              </a:rPr>
              <a:t>filetype:xls OR filetype:csv "@example.com</a:t>
            </a:r>
            <a:r>
              <a:rPr lang="en-US" sz="2400" b="1" dirty="0">
                <a:latin typeface="+mj-lt"/>
              </a:rPr>
              <a:t>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Hunter.io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Shodan -----&gt; temp emails (http://imail.edu.vn/-https://etempmail.com/-emailnator.com)</a:t>
            </a:r>
          </a:p>
        </p:txBody>
      </p:sp>
    </p:spTree>
    <p:extLst>
      <p:ext uri="{BB962C8B-B14F-4D97-AF65-F5344CB8AC3E}">
        <p14:creationId xmlns:p14="http://schemas.microsoft.com/office/powerpoint/2010/main" val="189837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5469C-AAFC-47BA-9110-A4955B7F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600" y="274955"/>
            <a:ext cx="10515600" cy="1115434"/>
          </a:xfrm>
        </p:spPr>
        <p:txBody>
          <a:bodyPr/>
          <a:lstStyle/>
          <a:p>
            <a:r>
              <a:rPr lang="en-US" dirty="0"/>
              <a:t>Script to dump email from hunter.io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64EA2-B0C6-40B5-B616-D7DD914EB97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10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773750-66D9-4EA2-9496-2C03BC8D5430}"/>
              </a:ext>
            </a:extLst>
          </p:cNvPr>
          <p:cNvSpPr/>
          <p:nvPr/>
        </p:nvSpPr>
        <p:spPr>
          <a:xfrm>
            <a:off x="582441" y="1648412"/>
            <a:ext cx="1077664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ID4096" dirty="0"/>
              <a:t>import requests</a:t>
            </a:r>
          </a:p>
          <a:p>
            <a:endParaRPr lang="LID4096" dirty="0"/>
          </a:p>
          <a:p>
            <a:r>
              <a:rPr lang="LID4096" dirty="0"/>
              <a:t>API_KEY = "</a:t>
            </a:r>
            <a:r>
              <a:rPr lang="en-US" dirty="0"/>
              <a:t>c6c2e9139bba1d41021ed4a61f9e9878e3058450</a:t>
            </a:r>
            <a:r>
              <a:rPr lang="LID4096" dirty="0"/>
              <a:t>"</a:t>
            </a:r>
          </a:p>
          <a:p>
            <a:r>
              <a:rPr lang="LID4096" dirty="0"/>
              <a:t>DOMAIN = </a:t>
            </a:r>
            <a:r>
              <a:rPr lang="en-US" dirty="0"/>
              <a:t>“tesla.com</a:t>
            </a:r>
            <a:r>
              <a:rPr lang="LID4096" dirty="0"/>
              <a:t>"</a:t>
            </a:r>
          </a:p>
          <a:p>
            <a:endParaRPr lang="LID4096" dirty="0"/>
          </a:p>
          <a:p>
            <a:r>
              <a:rPr lang="LID4096" dirty="0"/>
              <a:t>url = f"https://api.hunter.io/v2/domain-search?domain={DOMAIN}&amp;api_key={API_KEY}"</a:t>
            </a:r>
          </a:p>
          <a:p>
            <a:endParaRPr lang="LID4096" dirty="0"/>
          </a:p>
          <a:p>
            <a:r>
              <a:rPr lang="LID4096" dirty="0"/>
              <a:t>response = requests.get(url)</a:t>
            </a:r>
          </a:p>
          <a:p>
            <a:r>
              <a:rPr lang="LID4096" dirty="0"/>
              <a:t>data = response.json()</a:t>
            </a:r>
          </a:p>
          <a:p>
            <a:endParaRPr lang="LID4096" dirty="0"/>
          </a:p>
          <a:p>
            <a:r>
              <a:rPr lang="LID4096" dirty="0"/>
              <a:t>for email in data.get("data", {}).get("emails", []):</a:t>
            </a:r>
          </a:p>
          <a:p>
            <a:r>
              <a:rPr lang="LID4096" dirty="0"/>
              <a:t>    print(email["value"], "-", email.get("position"), "-", email.get("confidence"))</a:t>
            </a:r>
          </a:p>
        </p:txBody>
      </p:sp>
    </p:spTree>
    <p:extLst>
      <p:ext uri="{BB962C8B-B14F-4D97-AF65-F5344CB8AC3E}">
        <p14:creationId xmlns:p14="http://schemas.microsoft.com/office/powerpoint/2010/main" val="306638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9A95F-43A3-45F0-B6E4-9FA2453F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274955"/>
            <a:ext cx="10515600" cy="1115434"/>
          </a:xfrm>
        </p:spPr>
        <p:txBody>
          <a:bodyPr/>
          <a:lstStyle/>
          <a:p>
            <a:r>
              <a:rPr lang="en-US" dirty="0"/>
              <a:t>Hacked Email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A2A2A-FD8F-4132-8998-6DC991B54C6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A6D39-9EE9-4EC7-8EA9-01B1B0635339}"/>
              </a:ext>
            </a:extLst>
          </p:cNvPr>
          <p:cNvSpPr/>
          <p:nvPr/>
        </p:nvSpPr>
        <p:spPr>
          <a:xfrm>
            <a:off x="484632" y="1664588"/>
            <a:ext cx="699451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breachdirectory.org</a:t>
            </a:r>
          </a:p>
          <a:p>
            <a:r>
              <a:rPr lang="en-US" sz="3200" dirty="0"/>
              <a:t>demo.darkentry.net</a:t>
            </a:r>
          </a:p>
          <a:p>
            <a:r>
              <a:rPr lang="en-US" sz="3200" dirty="0"/>
              <a:t>intelx.io</a:t>
            </a:r>
          </a:p>
          <a:p>
            <a:r>
              <a:rPr lang="en-US" sz="3200" dirty="0" err="1"/>
              <a:t>Dehashed</a:t>
            </a:r>
            <a:endParaRPr lang="en-US" sz="3200" dirty="0"/>
          </a:p>
          <a:p>
            <a:r>
              <a:rPr lang="en-US" sz="3200" dirty="0"/>
              <a:t>haveibeenpwned.com</a:t>
            </a:r>
            <a:endParaRPr lang="LID4096" sz="3200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BAEEF0F-D04D-427F-B531-2CF056D27D6A}"/>
              </a:ext>
            </a:extLst>
          </p:cNvPr>
          <p:cNvSpPr txBox="1">
            <a:spLocks/>
          </p:cNvSpPr>
          <p:nvPr/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7FEACEE-25B4-4A2D-B147-27296E36371D}" type="slidenum">
              <a:rPr lang="en-US" altLang="zh-CN" smtClean="0"/>
              <a:pPr/>
              <a:t>11</a:t>
            </a:fld>
            <a:endParaRPr lang="en-US" altLang="zh-C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E1D627-7BA8-4F5B-9FB1-7621CE194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427" y="1708752"/>
            <a:ext cx="2778948" cy="4691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D1EA75-9E7A-4A46-A3EB-312D97C8E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630" y="1708753"/>
            <a:ext cx="3398320" cy="469172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3EFFCF5-9A75-47A3-B175-AB4F08756870}"/>
              </a:ext>
            </a:extLst>
          </p:cNvPr>
          <p:cNvSpPr/>
          <p:nvPr/>
        </p:nvSpPr>
        <p:spPr>
          <a:xfrm>
            <a:off x="9093065" y="3124769"/>
            <a:ext cx="470035" cy="11747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9D83EF-ECAB-45B6-80B7-25BD08D4EBC4}"/>
              </a:ext>
            </a:extLst>
          </p:cNvPr>
          <p:cNvSpPr/>
          <p:nvPr/>
        </p:nvSpPr>
        <p:spPr>
          <a:xfrm>
            <a:off x="6826115" y="4419600"/>
            <a:ext cx="555760" cy="152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B81806-1AE6-41C3-BF2E-C45E7AA37B67}"/>
              </a:ext>
            </a:extLst>
          </p:cNvPr>
          <p:cNvSpPr/>
          <p:nvPr/>
        </p:nvSpPr>
        <p:spPr>
          <a:xfrm>
            <a:off x="8945968" y="1967909"/>
            <a:ext cx="1312129" cy="7652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B1661-68E5-4009-BB49-71765F5C6A5C}"/>
              </a:ext>
            </a:extLst>
          </p:cNvPr>
          <p:cNvSpPr/>
          <p:nvPr/>
        </p:nvSpPr>
        <p:spPr>
          <a:xfrm>
            <a:off x="5466397" y="2343850"/>
            <a:ext cx="1498491" cy="2733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4764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D8CEB-2BE5-42B2-AC92-55779D45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153991"/>
            <a:ext cx="10515600" cy="1115434"/>
          </a:xfrm>
        </p:spPr>
        <p:txBody>
          <a:bodyPr/>
          <a:lstStyle/>
          <a:p>
            <a:r>
              <a:rPr lang="en-US" dirty="0"/>
              <a:t>Applications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985E7-6E97-44D0-B612-26A3FED754D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0D3FC-2C20-4878-92AF-B88B916C6B0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E9C15E-7176-4552-965E-F660DD3172F8}"/>
              </a:ext>
            </a:extLst>
          </p:cNvPr>
          <p:cNvSpPr/>
          <p:nvPr/>
        </p:nvSpPr>
        <p:spPr>
          <a:xfrm>
            <a:off x="571622" y="1596604"/>
            <a:ext cx="1140611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b="1" dirty="0" err="1"/>
              <a:t>Whatweb</a:t>
            </a:r>
            <a:r>
              <a:rPr lang="en-US" sz="2800" b="1" dirty="0"/>
              <a:t> Tool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b="1" dirty="0" err="1"/>
              <a:t>Wappalyzer</a:t>
            </a:r>
            <a:endParaRPr lang="en-US" sz="2800" b="1" dirty="0"/>
          </a:p>
          <a:p>
            <a:pPr marL="342900" indent="-342900">
              <a:buFont typeface="+mj-lt"/>
              <a:buAutoNum type="arabicPeriod"/>
            </a:pPr>
            <a:r>
              <a:rPr lang="en-US" sz="2800" b="1" dirty="0"/>
              <a:t>builtwith.com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b="1" dirty="0" err="1"/>
              <a:t>nmap</a:t>
            </a:r>
            <a:r>
              <a:rPr lang="en-US" sz="2800" b="1" dirty="0"/>
              <a:t> -</a:t>
            </a:r>
            <a:r>
              <a:rPr lang="en-US" sz="2800" b="1" dirty="0" err="1"/>
              <a:t>sV</a:t>
            </a:r>
            <a:r>
              <a:rPr lang="en-US" sz="2800" b="1" dirty="0"/>
              <a:t> --script=http-</a:t>
            </a:r>
            <a:r>
              <a:rPr lang="en-US" sz="2800" b="1" dirty="0" err="1"/>
              <a:t>enum</a:t>
            </a:r>
            <a:r>
              <a:rPr lang="en-US" sz="2800" b="1" dirty="0"/>
              <a:t> example.com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b="1" dirty="0"/>
              <a:t>Google Dorks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800" b="1" dirty="0"/>
              <a:t>Metadata Analysis</a:t>
            </a:r>
          </a:p>
          <a:p>
            <a:r>
              <a:rPr lang="en-US" sz="2400" dirty="0" err="1"/>
              <a:t>Metagoofil</a:t>
            </a:r>
            <a:endParaRPr lang="en-US" sz="2400" dirty="0"/>
          </a:p>
          <a:p>
            <a:endParaRPr lang="en-US" sz="2800" b="1" dirty="0">
              <a:solidFill>
                <a:srgbClr val="2C3E50"/>
              </a:solidFill>
              <a:latin typeface="Source Sans Pro Semibold" pitchFamily="34"/>
            </a:endParaRPr>
          </a:p>
          <a:p>
            <a:endParaRPr lang="LID4096" sz="2800" b="1" dirty="0"/>
          </a:p>
        </p:txBody>
      </p:sp>
    </p:spTree>
    <p:extLst>
      <p:ext uri="{BB962C8B-B14F-4D97-AF65-F5344CB8AC3E}">
        <p14:creationId xmlns:p14="http://schemas.microsoft.com/office/powerpoint/2010/main" val="3998742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AC608-9249-4A35-A7DC-3E2F29AC3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144937"/>
            <a:ext cx="10515600" cy="1115434"/>
          </a:xfrm>
        </p:spPr>
        <p:txBody>
          <a:bodyPr/>
          <a:lstStyle/>
          <a:p>
            <a:r>
              <a:rPr lang="en-US" dirty="0"/>
              <a:t>Find Antivirus Programs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589AE-BA9D-4F51-80A7-CD347675F97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1A1AD-8B36-418A-B277-66E9406552D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10F952-C664-4C1C-8839-896B9067255B}"/>
              </a:ext>
            </a:extLst>
          </p:cNvPr>
          <p:cNvSpPr/>
          <p:nvPr/>
        </p:nvSpPr>
        <p:spPr>
          <a:xfrm>
            <a:off x="881161" y="1430821"/>
            <a:ext cx="5862502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Headers </a:t>
            </a:r>
            <a:r>
              <a:rPr lang="en-US" sz="2400" dirty="0" err="1"/>
              <a:t>Missconfiguration</a:t>
            </a:r>
            <a:endParaRPr lang="en-US" sz="2400" dirty="0"/>
          </a:p>
          <a:p>
            <a:r>
              <a:rPr lang="en-US" sz="2400" dirty="0"/>
              <a:t>X-Powered-By</a:t>
            </a:r>
          </a:p>
          <a:p>
            <a:r>
              <a:rPr lang="en-US" sz="2400" dirty="0"/>
              <a:t>X-AV-Detected</a:t>
            </a:r>
          </a:p>
          <a:p>
            <a:r>
              <a:rPr lang="en-US" sz="2400" dirty="0"/>
              <a:t>Shodan http.favicon.hash:123456 antivirus</a:t>
            </a:r>
          </a:p>
          <a:p>
            <a:endParaRPr lang="en-US" sz="2400" dirty="0"/>
          </a:p>
          <a:p>
            <a:r>
              <a:rPr lang="en-US" sz="2400" dirty="0" err="1"/>
              <a:t>cache_snoop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326412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F738-BCAE-4E31-8A49-A2A1D7BA5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208311"/>
            <a:ext cx="10515600" cy="1115434"/>
          </a:xfrm>
        </p:spPr>
        <p:txBody>
          <a:bodyPr/>
          <a:lstStyle/>
          <a:p>
            <a:r>
              <a:rPr lang="en-US" dirty="0"/>
              <a:t>Tasks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44E6A-9AF5-47BA-8A65-4C7774FC193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Dark Web Monitoring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431F2-B04E-415C-9CB5-7812FAC7617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78CD9-EE67-411B-BC74-7521DBA0CD0F}"/>
              </a:ext>
            </a:extLst>
          </p:cNvPr>
          <p:cNvSpPr/>
          <p:nvPr/>
        </p:nvSpPr>
        <p:spPr>
          <a:xfrm>
            <a:off x="552574" y="1323745"/>
            <a:ext cx="7514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2 tasks </a:t>
            </a:r>
          </a:p>
          <a:p>
            <a:r>
              <a:rPr lang="en-US" dirty="0"/>
              <a:t>1.Full recon on microsoft.com</a:t>
            </a:r>
          </a:p>
          <a:p>
            <a:r>
              <a:rPr lang="en-US" dirty="0"/>
              <a:t>2.find the AV with cache snoop</a:t>
            </a:r>
          </a:p>
          <a:p>
            <a:r>
              <a:rPr lang="en-US" dirty="0"/>
              <a:t> 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27233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ecf743a-e3f7-4ee6-8b28-da9927c3bbb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FE1B373C7A1A409814D857F1C07B2D" ma:contentTypeVersion="8" ma:contentTypeDescription="Create a new document." ma:contentTypeScope="" ma:versionID="efbabde706a642e9fbc2e99012c0f8f5">
  <xsd:schema xmlns:xsd="http://www.w3.org/2001/XMLSchema" xmlns:xs="http://www.w3.org/2001/XMLSchema" xmlns:p="http://schemas.microsoft.com/office/2006/metadata/properties" xmlns:ns3="6ecf743a-e3f7-4ee6-8b28-da9927c3bbb6" xmlns:ns4="ca188c30-1b6b-4f9a-99c8-2f56da8f2e99" targetNamespace="http://schemas.microsoft.com/office/2006/metadata/properties" ma:root="true" ma:fieldsID="d77aac5b45e29c25afe48725f483bb33" ns3:_="" ns4:_="">
    <xsd:import namespace="6ecf743a-e3f7-4ee6-8b28-da9927c3bbb6"/>
    <xsd:import namespace="ca188c30-1b6b-4f9a-99c8-2f56da8f2e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cf743a-e3f7-4ee6-8b28-da9927c3bb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188c30-1b6b-4f9a-99c8-2f56da8f2e9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6ecf743a-e3f7-4ee6-8b28-da9927c3bbb6"/>
    <ds:schemaRef ds:uri="http://schemas.openxmlformats.org/package/2006/metadata/core-properties"/>
    <ds:schemaRef ds:uri="http://purl.org/dc/elements/1.1/"/>
    <ds:schemaRef ds:uri="http://purl.org/dc/dcmitype/"/>
    <ds:schemaRef ds:uri="ca188c30-1b6b-4f9a-99c8-2f56da8f2e99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5525406-4350-4D47-BA87-A77EC33ACA7E}">
  <ds:schemaRefs>
    <ds:schemaRef ds:uri="6ecf743a-e3f7-4ee6-8b28-da9927c3bbb6"/>
    <ds:schemaRef ds:uri="ca188c30-1b6b-4f9a-99c8-2f56da8f2e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2568</TotalTime>
  <Words>534</Words>
  <Application>Microsoft Office PowerPoint</Application>
  <PresentationFormat>Widescreen</PresentationFormat>
  <Paragraphs>108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等线</vt:lpstr>
      <vt:lpstr>微软雅黑</vt:lpstr>
      <vt:lpstr>Abadi</vt:lpstr>
      <vt:lpstr>Arial</vt:lpstr>
      <vt:lpstr>Calibri</vt:lpstr>
      <vt:lpstr>Posterama</vt:lpstr>
      <vt:lpstr>Posterama Text Black</vt:lpstr>
      <vt:lpstr>Posterama Text Black (Headings)</vt:lpstr>
      <vt:lpstr>Posterama Text Black (Headings)v</vt:lpstr>
      <vt:lpstr>Posterama Text SemiBold</vt:lpstr>
      <vt:lpstr>Source Sans Pro Semibold</vt:lpstr>
      <vt:lpstr>Wingdings</vt:lpstr>
      <vt:lpstr>Custom​​</vt:lpstr>
      <vt:lpstr>Network Pentest</vt:lpstr>
      <vt:lpstr>PowerPoint Presentation</vt:lpstr>
      <vt:lpstr>Open Source Intelligence Gathering (OSINT)</vt:lpstr>
      <vt:lpstr>General Enumeration</vt:lpstr>
      <vt:lpstr>Zone Transfer</vt:lpstr>
      <vt:lpstr>Find Sub-Domains</vt:lpstr>
      <vt:lpstr>Maltego Tool</vt:lpstr>
      <vt:lpstr>Brute force </vt:lpstr>
      <vt:lpstr>Find emails </vt:lpstr>
      <vt:lpstr>Script to dump email from hunter.io</vt:lpstr>
      <vt:lpstr>Hacked Email</vt:lpstr>
      <vt:lpstr>Applications </vt:lpstr>
      <vt:lpstr>Find Antivirus Programs</vt:lpstr>
      <vt:lpstr>Tasks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Web Monitoring</dc:title>
  <dc:creator>Mohamed Wahby</dc:creator>
  <cp:lastModifiedBy>N0LL101</cp:lastModifiedBy>
  <cp:revision>71</cp:revision>
  <dcterms:created xsi:type="dcterms:W3CDTF">2024-11-01T00:43:52Z</dcterms:created>
  <dcterms:modified xsi:type="dcterms:W3CDTF">2025-08-09T15:05:46Z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0x01010061FE1B373C7A1A409814D857F1C07B2D</vt:lpwstr>
  </property>
</Properties>
</file>